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>
        <p:scale>
          <a:sx n="106" d="100"/>
          <a:sy n="106" d="100"/>
        </p:scale>
        <p:origin x="763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21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548640"/>
            <a:ext cx="1645920" cy="164592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64008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Parking Management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ANPR — Automatic Number Plate Recognition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parking system that uses cameras and ANPR technology to automate vehicle entry/exit — eliminating manual checks, reducing wait times, and ensuring only registered, paid users get access.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register &amp; pay via mobile app before arriving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Detects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246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camera reads the plate at entry &amp; exit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1031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Verify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246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database and opens/denies gate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371600" cy="13716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00B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64208" y="1481328"/>
            <a:ext cx="32004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822960"/>
            <a:ext cx="1371600" cy="13716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00B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01952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Camera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481328"/>
            <a:ext cx="32004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822960"/>
            <a:ext cx="1371600" cy="13716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00B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21024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02352" y="1481328"/>
            <a:ext cx="32004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822960"/>
            <a:ext cx="1371600" cy="13716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00B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0096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Control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1481328"/>
            <a:ext cx="32004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822960"/>
            <a:ext cx="1371600" cy="13716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00B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59168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01952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21024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0096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154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Flow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5661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arrives  →  Camera reads plate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verifies registration &amp; payment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space availability  →  Generate Token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154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Flow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5204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35661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exits  →  Camera reads plate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timestamp is logged in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 marked as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Model — How We Are Building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804672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822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07899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frame of incoming vehicle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1389888"/>
            <a:ext cx="54864" cy="21945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09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1609344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188366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locates the number plate region in the image (bounding box)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2194560"/>
            <a:ext cx="54864" cy="21945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14016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2414016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24323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Read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8833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the plate region using OCR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" y="2999232"/>
            <a:ext cx="54864" cy="21945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218688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18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3218688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3236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Check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349300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is high enough, proceed; else flag for manual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" y="3803904"/>
            <a:ext cx="54864" cy="21945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23360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5840" y="4023360"/>
            <a:ext cx="7772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4300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29768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extracted plate with registered vehicles in database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Working On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00B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Currently Building: Number Plate Detection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doing step by step this week: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45973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number plate images for training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35224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plate location using YOLOv8 and OpenCV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47288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47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8386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plate text using OCR (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730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confidence score — accept or flag for manual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71416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71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5079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detected plate with registered vehicles in the database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files are organised: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480" y="1143000"/>
            <a:ext cx="7909416" cy="3717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IN" sz="1200" dirty="0">
                <a:solidFill>
                  <a:schemeClr val="accent2"/>
                </a:solidFill>
              </a:rPr>
              <a:t>parking system/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camera.py	 	• Controls the live camera and system workflow.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detection.py	 	• Detects license plates using the trained YOLOv8 model.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ocr.py			• Extracts text from detected license plates.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database.py		• Stores and manages vehicle entry and exit records.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config.py			• Holds all system configuration settings.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admin.py			• Provides operator control and system monitoring.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├── models/</a:t>
            </a:r>
          </a:p>
          <a:p>
            <a:r>
              <a:rPr lang="en-IN" sz="1200" dirty="0">
                <a:solidFill>
                  <a:schemeClr val="bg1"/>
                </a:solidFill>
              </a:rPr>
              <a:t>        └── license_plate_detector.pt	 • Trained model used for license plate detection.</a:t>
            </a:r>
          </a:p>
          <a:p>
            <a:r>
              <a:rPr lang="en-IN" sz="1200" dirty="0">
                <a:solidFill>
                  <a:schemeClr val="bg1"/>
                </a:solidFill>
              </a:rPr>
              <a:t>├── data/</a:t>
            </a:r>
          </a:p>
          <a:p>
            <a:r>
              <a:rPr lang="en-IN" sz="1200" dirty="0">
                <a:solidFill>
                  <a:schemeClr val="bg1"/>
                </a:solidFill>
              </a:rPr>
              <a:t>        └── </a:t>
            </a:r>
            <a:r>
              <a:rPr lang="en-IN" sz="1200" dirty="0" err="1">
                <a:solidFill>
                  <a:schemeClr val="bg1"/>
                </a:solidFill>
              </a:rPr>
              <a:t>parking.db</a:t>
            </a:r>
            <a:r>
              <a:rPr lang="en-IN" sz="1200" dirty="0">
                <a:solidFill>
                  <a:schemeClr val="bg1"/>
                </a:solidFill>
              </a:rPr>
              <a:t>		• Database file storing parking data.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└── parking.log 		• Log file auto created on first run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2161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5179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" y="1819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32104" y="21214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2423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" y="2724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" y="3026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33284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" y="36301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3931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4233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179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093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3500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00600" y="3008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264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922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178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main tables store everything the system needs: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 (Primary Key)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42616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4261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phone_number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1810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1810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vehicle_number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93592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935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vehicle_type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069080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6908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payment_status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114300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64992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92392" y="11430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92392" y="1143000"/>
            <a:ext cx="269748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92392" y="114300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entry_exit_log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9552" y="169164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 (Primary Key)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83832" y="2167128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9552" y="216712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vehicle_number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83832" y="2642616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9552" y="264261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entry_time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83832" y="3118104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9552" y="311810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exit_time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83832" y="3593592"/>
            <a:ext cx="2514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9552" y="35935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Implementation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build the full system, one step at a time: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09728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170432"/>
            <a:ext cx="7223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197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ANPR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472184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plate detection + OCR to read number plates from camera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23960" y="117043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0972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1920240"/>
            <a:ext cx="7223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1947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Database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2221992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Django server, create database tables, write API for entry/exit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10972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004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2670048"/>
            <a:ext cx="7223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91640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2971800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ANPR output to gate control, log all vehicle events with timestamps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10972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1985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54480" y="3419856"/>
            <a:ext cx="7223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1691640" y="34472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72160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registration and payment screen for users to pre-register vehicles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69664"/>
            <a:ext cx="1097280" cy="594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6966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554480" y="4169664"/>
            <a:ext cx="7223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691640" y="41970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+ Integration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4471416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parts together, test end-to-end, fix bugs, do final demo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Python libraries and tools we are using: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170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in Our Project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5727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input &amp; image 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572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video frames from the camera, crops the plate region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841248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96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1396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/ plate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1396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where the number plate is inside the image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066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EasyOCR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27066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7066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actual plate characters from the cropped image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841248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2735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/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2735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 from the camera, gate, and website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MySQL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slots, and all entry/exit records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solidFill>
            <a:srgbClr val="F4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074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77440" y="44074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Website(Frontend)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407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website for registration and payment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Considerations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we need to handle before the system goes live: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" y="1170432"/>
            <a:ext cx="36576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2618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155448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must be fast enough to process each vehicle without causing a queue at the gate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70432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🌧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77840" y="1170432"/>
            <a:ext cx="36576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6712" y="12618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Lighting / Weather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96712" y="155448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should still read plates clearly at night, in rain, or with glare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0487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404872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3000" y="2404872"/>
            <a:ext cx="36576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Fallback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278892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camera fails, staff can manually enter the vehicle number to allow entry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40487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404872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77840" y="2404872"/>
            <a:ext cx="36576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96712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96712" y="278892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saved locally with regular backups so nothing is lost if the system restarts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39312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143000" y="3639312"/>
            <a:ext cx="36576" cy="107899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61872" y="37307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61872" y="402336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registered and paid vehicles should be allowed in — no spoofing with fake plates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639312"/>
            <a:ext cx="777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96712" y="402336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Next-Level Upgrades (Future Scope)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we can add after the basic system is working: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Live Slot Availability in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70078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see how many slots are free before they even leave home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17043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170432"/>
            <a:ext cx="2697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SMS / Email Alerts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0078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automatic notifications when vehicle enters, exits, or if payment is due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117043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170432"/>
            <a:ext cx="2697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17043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Smarter Detection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170078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more powerful AI model to handle partial plates, dirty plates, odd angles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07792"/>
            <a:ext cx="2697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0779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43814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showing occupancy, revenue, and entry/exit history for managers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90779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907792"/>
            <a:ext cx="2697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90779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Auto Payment on Exit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43814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charge for overtime or additional hours when the vehicle exits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35624" y="290779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2907792"/>
            <a:ext cx="2697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90779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Multi-Camera 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3438144"/>
            <a:ext cx="24688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cameras for multiple entry/exit lanes to scale to larger parking lots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984</Words>
  <Application>Microsoft Office PowerPoint</Application>
  <PresentationFormat>On-screen Show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ANPR Parking Management System - First Review</dc:title>
  <dc:subject>PptxGenJS Presentation</dc:subject>
  <dc:creator>PptxGenJS</dc:creator>
  <cp:lastModifiedBy>MIDHUN MADHAV A R</cp:lastModifiedBy>
  <cp:revision>4</cp:revision>
  <dcterms:created xsi:type="dcterms:W3CDTF">2026-02-23T14:00:35Z</dcterms:created>
  <dcterms:modified xsi:type="dcterms:W3CDTF">2026-02-24T13:08:11Z</dcterms:modified>
</cp:coreProperties>
</file>