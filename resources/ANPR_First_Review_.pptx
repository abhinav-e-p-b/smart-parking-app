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3" r:id="rId10"/>
    <p:sldId id="266" r:id="rId11"/>
    <p:sldId id="264" r:id="rId12"/>
    <p:sldId id="265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5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9213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54864" cy="507034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3749040" y="548640"/>
            <a:ext cx="1645920" cy="164592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749040" y="64008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📷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Parking Management System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ANPR — Automatic Number Plate Recognition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Presentation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E335CE-C0B9-911A-A51B-C2C676D33B21}"/>
              </a:ext>
            </a:extLst>
          </p:cNvPr>
          <p:cNvSpPr txBox="1"/>
          <p:nvPr/>
        </p:nvSpPr>
        <p:spPr>
          <a:xfrm>
            <a:off x="7955280" y="4417572"/>
            <a:ext cx="914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Group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we building?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 parking system that uses cameras and ANPR technology to automate vehicle entry/exit — eliminating manual checks, reducing wait times, and ensuring only registered, paid users get access.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&amp; pay via mobile app before arriving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20040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0040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Detects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9184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camera reads the plate at entry &amp; exit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0760" y="2103120"/>
            <a:ext cx="26517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080760" y="2194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080760" y="28346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Verify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3246120"/>
            <a:ext cx="2468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checks database and opens/denies gate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8288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64208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993392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1993392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Camera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3712464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712464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🗄️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21024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431536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31536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40096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Control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21424" y="1481328"/>
            <a:ext cx="320040" cy="54864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7150608" y="822960"/>
            <a:ext cx="1371600" cy="1371600"/>
          </a:xfrm>
          <a:prstGeom prst="ellipse">
            <a:avLst/>
          </a:prstGeom>
          <a:solidFill>
            <a:srgbClr val="2E75B6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7150608" y="8229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59168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Payment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01952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21024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40096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59168" y="228600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Records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3154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Flow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5760" y="3520440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548640" y="35661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arrives  →  Camera reads plate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verifies registration &amp; payment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space availability  →  Generate Token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31546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Flow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846320" y="3520440"/>
            <a:ext cx="39319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5029200" y="35661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exits  →  Camera reads plate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timestamp is logged in database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slot marked as available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ANPR Model — How We Are Building It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804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804672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143000" y="8229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Capture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078992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captures frame of incoming vehicle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21208" y="1389888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05840" y="1609344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114300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Detection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1883664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locates the number plate region in the image (bounding box)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" y="2194560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274320" y="2414016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274320" y="24140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05840" y="2414016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1143000" y="24323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/ Text Read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2688336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text from the plate region using OCR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1208" y="2999232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274320" y="3218688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74320" y="32186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05840" y="3218688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1143000" y="32369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Check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3000" y="3493008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confidence is high enough, proceed; else flag for manual review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21208" y="3803904"/>
            <a:ext cx="54864" cy="219456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274320" y="4023360"/>
            <a:ext cx="566928" cy="566928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274320" y="4023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05840" y="4023360"/>
            <a:ext cx="7772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1143000" y="40416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Match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43000" y="4297680"/>
            <a:ext cx="7406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extracted plate with registered vehicles in database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Working On Now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1B2A4A"/>
          </a:solidFill>
          <a:ln w="25400">
            <a:solidFill>
              <a:srgbClr val="00B0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🔨  Currently Building: Number Plate Detection Model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doing step by step this week: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459736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number plate images for training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35224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971800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plate location using YOLOv8 and OpenCV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47288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34472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48386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plate text using OCR (</a:t>
            </a:r>
            <a:r>
              <a:rPr lang="en-US" sz="1300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</a:t>
            </a: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39593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973068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confidence score — accept or flag for manual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71416"/>
            <a:ext cx="402336" cy="402336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44714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507992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detected plate with registered vehicles in the database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Structure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files are organised: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02480" y="1143000"/>
            <a:ext cx="7909416" cy="3717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r>
              <a:rPr lang="en-IN" sz="1200" dirty="0">
                <a:solidFill>
                  <a:schemeClr val="accent2"/>
                </a:solidFill>
              </a:rPr>
              <a:t>parking system/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camera.py	 	• Controls the live camera and system workflow.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detection.py	 	• Detects license plates using the trained YOLOv8 model.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ocr.py			• Extracts text from detected license plates.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database.py		• Stores and manages vehicle entry and exit records.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config.py			• Holds all system configuration settings.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admin.py			• Provides operator control and system monitoring.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├── models/</a:t>
            </a:r>
          </a:p>
          <a:p>
            <a:r>
              <a:rPr lang="en-IN" sz="1200" dirty="0">
                <a:solidFill>
                  <a:schemeClr val="bg1"/>
                </a:solidFill>
              </a:rPr>
              <a:t>        └── license_plate_detector.pt	 • Trained model used for license plate detection.</a:t>
            </a:r>
          </a:p>
          <a:p>
            <a:r>
              <a:rPr lang="en-IN" sz="1200" dirty="0">
                <a:solidFill>
                  <a:schemeClr val="bg1"/>
                </a:solidFill>
              </a:rPr>
              <a:t>├── data/</a:t>
            </a:r>
          </a:p>
          <a:p>
            <a:r>
              <a:rPr lang="en-IN" sz="1200" dirty="0">
                <a:solidFill>
                  <a:schemeClr val="bg1"/>
                </a:solidFill>
              </a:rPr>
              <a:t>        └── </a:t>
            </a:r>
            <a:r>
              <a:rPr lang="en-IN" sz="1200" dirty="0" err="1">
                <a:solidFill>
                  <a:schemeClr val="bg1"/>
                </a:solidFill>
              </a:rPr>
              <a:t>parking.db</a:t>
            </a:r>
            <a:r>
              <a:rPr lang="en-IN" sz="1200" dirty="0">
                <a:solidFill>
                  <a:schemeClr val="bg1"/>
                </a:solidFill>
              </a:rPr>
              <a:t>		• Database file storing parking data.</a:t>
            </a:r>
          </a:p>
          <a:p>
            <a:endParaRPr lang="en-IN" sz="1200" dirty="0">
              <a:solidFill>
                <a:schemeClr val="bg1"/>
              </a:solidFill>
            </a:endParaRPr>
          </a:p>
          <a:p>
            <a:r>
              <a:rPr lang="en-IN" sz="1200" dirty="0">
                <a:solidFill>
                  <a:schemeClr val="bg1"/>
                </a:solidFill>
              </a:rPr>
              <a:t>└── parking.log 		• Log file auto created on first run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12161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" y="151790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2104" y="181965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32104" y="212140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" y="242316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" y="2724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2104" y="3026664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" y="3328416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" y="363016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7512" y="39319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" y="42336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11795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0939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23500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4800600" y="30083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32644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00600" y="39227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4178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Schema Design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main tables store everything the system needs: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697480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20040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users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  (Primary Key)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167128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21671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642616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" y="264261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phone_number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3118104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3118104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vehicle_number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593592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3593592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vehicle_type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4069080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406908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payment_status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27832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92392" y="1143000"/>
            <a:ext cx="269748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892392" y="1143000"/>
            <a:ext cx="2697480" cy="47548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3892392" y="1143000"/>
            <a:ext cx="2697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entry_exit_log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029552" y="1691640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  (Primary Key)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83832" y="2167128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029552" y="2167128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vehicle_number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983832" y="2642616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029552" y="2642616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entry_time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983832" y="3118104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029552" y="3118104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exit_time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83832" y="3593592"/>
            <a:ext cx="251460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4029552" y="3593592"/>
            <a:ext cx="2423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duration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DC6144-02AB-7A30-A0EB-93744E26CB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2108"/>
            <a:ext cx="9144000" cy="4601392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8A415310-15F0-79D2-616F-7BD4D153F339}"/>
              </a:ext>
            </a:extLst>
          </p:cNvPr>
          <p:cNvSpPr/>
          <p:nvPr/>
        </p:nvSpPr>
        <p:spPr>
          <a:xfrm>
            <a:off x="0" y="0"/>
            <a:ext cx="9144000" cy="5421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Parking.db</a:t>
            </a:r>
            <a:endParaRPr lang="en-US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6881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Implementation Plan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build the full system, one step at a time: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1097280" cy="59436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554480" y="1170432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691640" y="11978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ANPR 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91640" y="1472184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plate detection + OCR to read number plates from camera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823960" y="1170432"/>
            <a:ext cx="502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1920240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192024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54480" y="1920240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691640" y="19476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Database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91640" y="2221992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Django server, create database tables, write API for entry/exit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670048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65760" y="2670048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554480" y="2670048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1691640" y="26974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91640" y="2971800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ANPR output to gate control, log all vehicle events with timestamps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419856"/>
            <a:ext cx="1097280" cy="59436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65760" y="3419856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554480" y="3419856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/>
          <p:nvPr/>
        </p:nvSpPr>
        <p:spPr>
          <a:xfrm>
            <a:off x="1691640" y="34472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91640" y="3721608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registration and payment screen for users to pre-register vehicles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4169664"/>
            <a:ext cx="1097280" cy="59436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365760" y="4169664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554480" y="4169664"/>
            <a:ext cx="72237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1691640" y="41970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+ Integration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91640" y="4471416"/>
            <a:ext cx="6903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all parts together, test end-to-end, fix bugs, do final demo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Packages Used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Python libraries and tools we are using: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8412480" cy="38404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77440" y="117043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17043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in Our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57200" y="157276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157276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input &amp; image processing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15727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live video frames from the camera, crops the plate region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139696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21396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77440" y="2139696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/ plate detection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139696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where the number plate is inside the image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06624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270662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/ EasyOCR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377440" y="270662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706624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actual plate characters from the cropped image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273552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57200" y="327355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77440" y="327355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/ API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2735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requests from the camera, gate, and website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840480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57200" y="38404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MySQL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8404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users, slots, and all entry/exit records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407408"/>
            <a:ext cx="8412480" cy="548640"/>
          </a:xfrm>
          <a:prstGeom prst="rect">
            <a:avLst/>
          </a:prstGeom>
          <a:solidFill>
            <a:srgbClr val="F4F8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57200" y="440740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377440" y="4407408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Website(Frontend)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0" y="440740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website for registration and payment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Considerations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we need to handle before the system goes live: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17043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143000" y="117043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1261872" y="12618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Speed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61872" y="155448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must be fast enough to process each vehicle without causing a queue at the gate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17043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800600" y="117043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🌧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577840" y="117043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696712" y="126187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Lighting / Weather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96712" y="155448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should still read plates clearly at night, in rain, or with glare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0487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365760" y="240487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143000" y="240487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1261872" y="24963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Fallback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61872" y="278892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camera fails, staff can manually enter the vehicle number to allow entry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240487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00600" y="240487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577840" y="240487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696712" y="249631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Backup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96712" y="278892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is saved locally with regular backups so nothing is lost if the system restarts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639312"/>
            <a:ext cx="4160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65760" y="363931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1143000" y="3639312"/>
            <a:ext cx="36576" cy="1078992"/>
          </a:xfrm>
          <a:prstGeom prst="rect">
            <a:avLst/>
          </a:prstGeom>
          <a:solidFill>
            <a:srgbClr val="BDD7EE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1261872" y="3730752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61872" y="4023360"/>
            <a:ext cx="31546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registered and paid vehicles should be allowed in — no spoofing with fake plates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00600" y="3639312"/>
            <a:ext cx="777240" cy="10789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Next-Level Upgrades (Future Scope)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we can add after the basic system is working: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Live Slot Availability in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see how many slots are free before they even leave 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7832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27832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319272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SMS / Email Alerts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37560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automatic notifications when vehicle enters, exits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35624" y="117043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6135624" y="117043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227064" y="117043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Smarter Detection Model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45352" y="170078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more powerful AI model to handle partial plates, dirty plates, odd angles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11480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Admin Dashboard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29768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showing occupancy, revenue, and entry/exit history for managers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27832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27832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319272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Auto Payment on Exit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37560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charge for overtime or additional hours when the vehicle exits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35624" y="2907792"/>
            <a:ext cx="269748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6135624" y="2907792"/>
            <a:ext cx="269748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227064" y="2907792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Multi-Camera Support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45352" y="3438144"/>
            <a:ext cx="24688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cameras for multiple entry/exit lanes to scale to larger parking lots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B0F0"/>
          </a:solidFill>
          <a:ln w="12700">
            <a:solidFill>
              <a:srgbClr val="00B0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984</Words>
  <Application>Microsoft Office PowerPoint</Application>
  <PresentationFormat>On-screen Show (16:9)</PresentationFormat>
  <Paragraphs>197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ANPR Parking Management System - First Review</dc:title>
  <dc:subject>PptxGenJS Presentation</dc:subject>
  <dc:creator>PptxGenJS</dc:creator>
  <cp:lastModifiedBy>ABHINAVE P B</cp:lastModifiedBy>
  <cp:revision>8</cp:revision>
  <dcterms:created xsi:type="dcterms:W3CDTF">2026-02-23T14:00:35Z</dcterms:created>
  <dcterms:modified xsi:type="dcterms:W3CDTF">2026-02-25T06:54:10Z</dcterms:modified>
</cp:coreProperties>
</file>