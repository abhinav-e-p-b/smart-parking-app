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9"/>
    <p:sldId id="263" r:id="rId10"/>
    <p:sldId id="266" r:id="rId11"/>
    <p:sldId id="264" r:id="rId12"/>
    <p:sldId id="265" r:id="rId13"/>
    <p:sldId id="267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51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9213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54864" cy="507034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749040" y="548640"/>
            <a:ext cx="1645920" cy="1645920"/>
          </a:xfrm>
          <a:prstGeom prst="ellipse">
            <a:avLst/>
          </a:prstGeom>
          <a:solidFill>
            <a:srgbClr val="2E75B6"/>
          </a:solidFill>
          <a:ln w="254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3749040" y="640080"/>
            <a:ext cx="1645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📷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Parking Management System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ANPR — Automatic Number Plate Recognition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Presentation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" name="Text 8"/>
          <p:cNvSpPr/>
          <p:nvPr/>
        </p:nvSpPr>
        <p:spPr>
          <a:xfrm>
            <a:off x="274320" y="4846320"/>
            <a:ext cx="859536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we building?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smart parking system that uses cameras and ANPR technology to automate vehicle entry/exit — eliminating manual checks, reducing wait times, and ensuring only registered, paid users get access.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2103120"/>
            <a:ext cx="26517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20040" y="2194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🚗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28346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3246120"/>
            <a:ext cx="2468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register &amp; pay via mobile app before arriving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2103120"/>
            <a:ext cx="26517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00400" y="2194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200400" y="28346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Detects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91840" y="3246120"/>
            <a:ext cx="2468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ANPR camera reads the plate at entry &amp; exit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0760" y="2103120"/>
            <a:ext cx="26517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080760" y="2194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✅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080760" y="28346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Verify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72200" y="3246120"/>
            <a:ext cx="2468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checks database and opens/denies gate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371600" cy="1371600"/>
          </a:xfrm>
          <a:prstGeom prst="ellipse">
            <a:avLst/>
          </a:prstGeom>
          <a:solidFill>
            <a:srgbClr val="2E75B6"/>
          </a:solidFill>
          <a:ln w="25400">
            <a:solidFill>
              <a:srgbClr val="00B0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82296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82880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664208" y="1481328"/>
            <a:ext cx="320040" cy="54864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993392" y="822960"/>
            <a:ext cx="1371600" cy="1371600"/>
          </a:xfrm>
          <a:prstGeom prst="ellipse">
            <a:avLst/>
          </a:prstGeom>
          <a:solidFill>
            <a:srgbClr val="2E75B6"/>
          </a:solidFill>
          <a:ln w="25400">
            <a:solidFill>
              <a:srgbClr val="00B0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1993392" y="82296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📷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901952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ANPR Camera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1481328"/>
            <a:ext cx="320040" cy="54864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712464" y="822960"/>
            <a:ext cx="1371600" cy="1371600"/>
          </a:xfrm>
          <a:prstGeom prst="ellipse">
            <a:avLst/>
          </a:prstGeom>
          <a:solidFill>
            <a:srgbClr val="2E75B6"/>
          </a:solidFill>
          <a:ln w="25400">
            <a:solidFill>
              <a:srgbClr val="00B0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712464" y="82296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21024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02352" y="1481328"/>
            <a:ext cx="320040" cy="54864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5431536" y="822960"/>
            <a:ext cx="1371600" cy="1371600"/>
          </a:xfrm>
          <a:prstGeom prst="ellipse">
            <a:avLst/>
          </a:prstGeom>
          <a:solidFill>
            <a:srgbClr val="2E75B6"/>
          </a:solidFill>
          <a:ln w="25400">
            <a:solidFill>
              <a:srgbClr val="00B0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431536" y="82296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340096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Control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21424" y="1481328"/>
            <a:ext cx="320040" cy="54864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7150608" y="822960"/>
            <a:ext cx="1371600" cy="1371600"/>
          </a:xfrm>
          <a:prstGeom prst="ellipse">
            <a:avLst/>
          </a:prstGeom>
          <a:solidFill>
            <a:srgbClr val="2E75B6"/>
          </a:solidFill>
          <a:ln w="25400">
            <a:solidFill>
              <a:srgbClr val="00B0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7150608" y="82296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059168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" y="22860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Payment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901952" y="22860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21024" y="22860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40096" y="22860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59168" y="22860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Records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5760" y="31546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Flow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5760" y="3520440"/>
            <a:ext cx="3931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48640" y="356616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arrives  →  Camera reads plate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verifies registration &amp; payment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space availability  →  Generate Token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46320" y="31546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Flow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846320" y="3520440"/>
            <a:ext cx="3931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5029200" y="356616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exits  →  Camera reads plate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timestamp is logged in database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slot marked as available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ANPR Model — How We Are Building It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566928" cy="566928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80467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05840" y="804672"/>
            <a:ext cx="7772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1143000" y="82296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Capture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078992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captures frame of incoming vehicle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21208" y="1389888"/>
            <a:ext cx="54864" cy="219456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274320" y="1609344"/>
            <a:ext cx="566928" cy="566928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74320" y="160934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05840" y="1609344"/>
            <a:ext cx="7772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1143000" y="16276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Detection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3000" y="1883664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locates the number plate region in the image (bounding box)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21208" y="2194560"/>
            <a:ext cx="54864" cy="219456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274320" y="2414016"/>
            <a:ext cx="566928" cy="566928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274320" y="24140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05840" y="2414016"/>
            <a:ext cx="7772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1143000" y="24323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/ Text Read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3000" y="2688336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text from the plate region using OCR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21208" y="2999232"/>
            <a:ext cx="54864" cy="219456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274320" y="3218688"/>
            <a:ext cx="566928" cy="566928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274320" y="321868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005840" y="3218688"/>
            <a:ext cx="7772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1143000" y="32369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Check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3000" y="3493008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confidence is high enough, proceed; else flag for manual review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21208" y="3803904"/>
            <a:ext cx="54864" cy="219456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274320" y="4023360"/>
            <a:ext cx="566928" cy="566928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274320" y="4023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05840" y="4023360"/>
            <a:ext cx="7772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1143000" y="40416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Match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43000" y="4297680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extracted plate with registered vehicles in database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Working On Now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1B2A4A"/>
          </a:solidFill>
          <a:ln w="25400">
            <a:solidFill>
              <a:srgbClr val="00B0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Currently Building: Number Plate Detection Model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doing step by step this week: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402336" cy="40233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459736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number plate images for training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935224"/>
            <a:ext cx="402336" cy="40233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57200" y="2935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971800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plate location using YOLOv8 and OpenCV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447288"/>
            <a:ext cx="402336" cy="40233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57200" y="344728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3483864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plate text using OCR (</a:t>
            </a:r>
            <a:r>
              <a:rPr lang="en-US" sz="13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EasyOCR</a:t>
            </a: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402336" cy="40233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57200" y="39593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3973068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confidence score — accept or flag for manual review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471416"/>
            <a:ext cx="402336" cy="40233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57200" y="447141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05840" y="4507992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detected plate with registered vehicles in the database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Structure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project files are organised: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02480" y="1143000"/>
            <a:ext cx="7909416" cy="3717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r>
              <a:rPr lang="en-IN" sz="1200" dirty="0">
                <a:solidFill>
                  <a:schemeClr val="accent2"/>
                </a:solidFill>
              </a:rPr>
              <a:t>parking system/</a:t>
            </a:r>
          </a:p>
          <a:p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dirty="0">
                <a:solidFill>
                  <a:schemeClr val="bg1"/>
                </a:solidFill>
              </a:rPr>
              <a:t>├── camera.py	 	• Controls the live camera and system workflow.</a:t>
            </a:r>
          </a:p>
          <a:p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dirty="0">
                <a:solidFill>
                  <a:schemeClr val="bg1"/>
                </a:solidFill>
              </a:rPr>
              <a:t>├── detection.py	 	• Detects license plates using the trained YOLOv8 model.</a:t>
            </a:r>
          </a:p>
          <a:p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dirty="0">
                <a:solidFill>
                  <a:schemeClr val="bg1"/>
                </a:solidFill>
              </a:rPr>
              <a:t>├── ocr.py			• Extracts text from detected license plates.</a:t>
            </a:r>
          </a:p>
          <a:p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dirty="0">
                <a:solidFill>
                  <a:schemeClr val="bg1"/>
                </a:solidFill>
              </a:rPr>
              <a:t>├── database.py		• Stores and manages vehicle entry and exit records.</a:t>
            </a:r>
          </a:p>
          <a:p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dirty="0">
                <a:solidFill>
                  <a:schemeClr val="bg1"/>
                </a:solidFill>
              </a:rPr>
              <a:t>├── config.py			• Holds all system configuration settings.</a:t>
            </a:r>
          </a:p>
          <a:p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dirty="0">
                <a:solidFill>
                  <a:schemeClr val="bg1"/>
                </a:solidFill>
              </a:rPr>
              <a:t>├── admin.py			• Provides operator control and system monitoring.</a:t>
            </a:r>
          </a:p>
          <a:p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dirty="0">
                <a:solidFill>
                  <a:schemeClr val="bg1"/>
                </a:solidFill>
              </a:rPr>
              <a:t>├── models/</a:t>
            </a:r>
          </a:p>
          <a:p>
            <a:r>
              <a:rPr lang="en-IN" sz="1200" dirty="0">
                <a:solidFill>
                  <a:schemeClr val="bg1"/>
                </a:solidFill>
              </a:rPr>
              <a:t>        └── license_plate_detector.pt	 • Trained model used for license plate detection.</a:t>
            </a:r>
          </a:p>
          <a:p>
            <a:r>
              <a:rPr lang="en-IN" sz="1200" dirty="0">
                <a:solidFill>
                  <a:schemeClr val="bg1"/>
                </a:solidFill>
              </a:rPr>
              <a:t>├── data/</a:t>
            </a:r>
          </a:p>
          <a:p>
            <a:r>
              <a:rPr lang="en-IN" sz="1200" dirty="0">
                <a:solidFill>
                  <a:schemeClr val="bg1"/>
                </a:solidFill>
              </a:rPr>
              <a:t>        └── </a:t>
            </a:r>
            <a:r>
              <a:rPr lang="en-IN" sz="1200" dirty="0" err="1">
                <a:solidFill>
                  <a:schemeClr val="bg1"/>
                </a:solidFill>
              </a:rPr>
              <a:t>parking.db</a:t>
            </a:r>
            <a:r>
              <a:rPr lang="en-IN" sz="1200" dirty="0">
                <a:solidFill>
                  <a:schemeClr val="bg1"/>
                </a:solidFill>
              </a:rPr>
              <a:t>		• Database file storing parking data.</a:t>
            </a:r>
          </a:p>
          <a:p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dirty="0">
                <a:solidFill>
                  <a:schemeClr val="bg1"/>
                </a:solidFill>
              </a:rPr>
              <a:t>└── parking.log 		• Log file auto created on first run</a:t>
            </a:r>
          </a:p>
        </p:txBody>
      </p:sp>
      <p:sp>
        <p:nvSpPr>
          <p:cNvPr id="6" name="Text 4"/>
          <p:cNvSpPr/>
          <p:nvPr/>
        </p:nvSpPr>
        <p:spPr>
          <a:xfrm>
            <a:off x="502920" y="121615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7512" y="1517904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32104" y="1819656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832104" y="212140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7512" y="24231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32104" y="2724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2104" y="3026664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" y="3328416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32104" y="363016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67512" y="39319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7512" y="42336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117957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209397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00600" y="235000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4800600" y="300837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00600" y="326440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00600" y="392277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00600" y="417880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Schema Design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main tables store everything the system needs: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6974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2697480" cy="47548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20040" y="1143000"/>
            <a:ext cx="2697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  users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  (Primary Key)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2167128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57200" y="2167128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name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642616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57200" y="2642616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phone_number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3118104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57200" y="3118104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vehicle_number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3593592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57200" y="3593592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vehicle_type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4069080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57200" y="4069080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payment_status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27832" y="1143000"/>
            <a:ext cx="2697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64992" y="1691640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892392" y="1143000"/>
            <a:ext cx="26974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3892392" y="1143000"/>
            <a:ext cx="2697480" cy="47548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3892392" y="1143000"/>
            <a:ext cx="2697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  entry_exit_log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029552" y="1691640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  (Primary Key)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983832" y="2167128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029552" y="2167128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vehicle_number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983832" y="2642616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029552" y="2642616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entry_time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983832" y="3118104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4029552" y="3118104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exit_time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983832" y="3593592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4029552" y="3593592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duration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DC6144-02AB-7A30-A0EB-93744E26C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2108"/>
            <a:ext cx="9144000" cy="4601392"/>
          </a:xfrm>
          <a:prstGeom prst="rect">
            <a:avLst/>
          </a:prstGeom>
        </p:spPr>
      </p:pic>
      <p:sp>
        <p:nvSpPr>
          <p:cNvPr id="6" name="Shape 0">
            <a:extLst>
              <a:ext uri="{FF2B5EF4-FFF2-40B4-BE49-F238E27FC236}">
                <a16:creationId xmlns:a16="http://schemas.microsoft.com/office/drawing/2014/main" id="{8A415310-15F0-79D2-616F-7BD4D153F339}"/>
              </a:ext>
            </a:extLst>
          </p:cNvPr>
          <p:cNvSpPr/>
          <p:nvPr/>
        </p:nvSpPr>
        <p:spPr>
          <a:xfrm>
            <a:off x="0" y="0"/>
            <a:ext cx="9144000" cy="5421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Parking.db</a:t>
            </a:r>
            <a:endParaRPr lang="en-US" sz="24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6881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Implementation Plan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will build the full system, one step at a time: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70432"/>
            <a:ext cx="1097280" cy="59436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1170432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554480" y="1170432"/>
            <a:ext cx="7223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691640" y="11978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ANPR Model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691640" y="1472184"/>
            <a:ext cx="6903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plate detection + OCR to read number plates from camera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823960" y="1170432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" y="1920240"/>
            <a:ext cx="1097280" cy="59436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65760" y="192024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554480" y="1920240"/>
            <a:ext cx="7223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1691640" y="1947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+ Database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691640" y="2221992"/>
            <a:ext cx="6903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Django server, create database tables, write API for entry/exit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670048"/>
            <a:ext cx="1097280" cy="59436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65760" y="2670048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554480" y="2670048"/>
            <a:ext cx="7223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1691640" y="26974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691640" y="2971800"/>
            <a:ext cx="6903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ANPR output to gate control, log all vehicle events with timestamps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3419856"/>
            <a:ext cx="1097280" cy="59436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65760" y="3419856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554480" y="3419856"/>
            <a:ext cx="7223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25" name="Text 23"/>
          <p:cNvSpPr/>
          <p:nvPr/>
        </p:nvSpPr>
        <p:spPr>
          <a:xfrm>
            <a:off x="1691640" y="344728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91640" y="3721608"/>
            <a:ext cx="6903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registration and payment screen for users to pre-register vehicles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4169664"/>
            <a:ext cx="1097280" cy="59436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365760" y="4169664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554480" y="4169664"/>
            <a:ext cx="7223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1691640" y="41970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+ Integration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691640" y="4471416"/>
            <a:ext cx="6903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all parts together, test end-to-end, fix bugs, do final demo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Packages Used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Python libraries and tools we are using: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70432"/>
            <a:ext cx="8412480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17043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77440" y="117043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117043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in Our Project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72768"/>
            <a:ext cx="8412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57200" y="1572768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77440" y="157276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input &amp; image processing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157276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live video frames from the camera, crops the plate region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139696"/>
            <a:ext cx="8412480" cy="548640"/>
          </a:xfrm>
          <a:prstGeom prst="rect">
            <a:avLst/>
          </a:prstGeom>
          <a:solidFill>
            <a:srgbClr val="F4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57200" y="2139696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77440" y="2139696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/ plate detection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213969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where the number plate is inside the image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706624"/>
            <a:ext cx="8412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57200" y="2706624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 / EasyOCR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377440" y="2706624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recognition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0" y="270662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actual plate characters from the cropped image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3273552"/>
            <a:ext cx="8412480" cy="548640"/>
          </a:xfrm>
          <a:prstGeom prst="rect">
            <a:avLst/>
          </a:prstGeom>
          <a:solidFill>
            <a:srgbClr val="F4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57200" y="327355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377440" y="3273552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server / API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0" y="327355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requests from the camera, gate, and website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840480"/>
            <a:ext cx="8412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57200" y="38404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/ MySQL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377440" y="3840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0" y="38404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users, slots, and all entry/exit records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4407408"/>
            <a:ext cx="8412480" cy="548640"/>
          </a:xfrm>
          <a:prstGeom prst="rect">
            <a:avLst/>
          </a:prstGeom>
          <a:solidFill>
            <a:srgbClr val="F4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57200" y="4407408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377440" y="440740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Website(Frontend)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0" y="440740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User-facing website for registration and payment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Considerations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we need to handle before the system goes live: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70432"/>
            <a:ext cx="41605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1170432"/>
            <a:ext cx="7772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143000" y="1170432"/>
            <a:ext cx="36576" cy="1078992"/>
          </a:xfrm>
          <a:prstGeom prst="rect">
            <a:avLst/>
          </a:prstGeom>
          <a:solidFill>
            <a:srgbClr val="BDD7EE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261872" y="126187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Speed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61872" y="1554480"/>
            <a:ext cx="31546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must be fast enough to process each vehicle without causing a queue at the gate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00600" y="1170432"/>
            <a:ext cx="41605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800600" y="1170432"/>
            <a:ext cx="7772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🌧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577840" y="1170432"/>
            <a:ext cx="36576" cy="1078992"/>
          </a:xfrm>
          <a:prstGeom prst="rect">
            <a:avLst/>
          </a:prstGeom>
          <a:solidFill>
            <a:srgbClr val="BDD7EE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696712" y="126187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Lighting / Weather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96712" y="1554480"/>
            <a:ext cx="31546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should still read plates clearly at night, in rain, or with glare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404872"/>
            <a:ext cx="41605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65760" y="2404872"/>
            <a:ext cx="7772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143000" y="2404872"/>
            <a:ext cx="36576" cy="1078992"/>
          </a:xfrm>
          <a:prstGeom prst="rect">
            <a:avLst/>
          </a:prstGeom>
          <a:solidFill>
            <a:srgbClr val="BDD7EE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1261872" y="249631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Fallback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61872" y="2788920"/>
            <a:ext cx="31546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camera fails, staff can manually enter the vehicle number to allow entry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00600" y="2404872"/>
            <a:ext cx="41605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800600" y="2404872"/>
            <a:ext cx="7772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577840" y="2404872"/>
            <a:ext cx="36576" cy="1078992"/>
          </a:xfrm>
          <a:prstGeom prst="rect">
            <a:avLst/>
          </a:prstGeom>
          <a:solidFill>
            <a:srgbClr val="BDD7EE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5696712" y="249631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Backup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96712" y="2788920"/>
            <a:ext cx="31546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is saved locally with regular backups so nothing is lost if the system restarts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639312"/>
            <a:ext cx="41605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65760" y="3639312"/>
            <a:ext cx="7772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1143000" y="3639312"/>
            <a:ext cx="36576" cy="1078992"/>
          </a:xfrm>
          <a:prstGeom prst="rect">
            <a:avLst/>
          </a:prstGeom>
          <a:solidFill>
            <a:srgbClr val="BDD7EE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1261872" y="373075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61872" y="4023360"/>
            <a:ext cx="31546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registered and paid vehicles should be allowed in — no spoofing with fake plates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00600" y="3639312"/>
            <a:ext cx="7772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Next-Level Upgrades (Future Scope)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we can add after the basic system is working: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69748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170432"/>
            <a:ext cx="269748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11480" y="1170432"/>
            <a:ext cx="2514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Live Slot Availability in App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9768" y="1700784"/>
            <a:ext cx="246888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can see how many slots are free before they even leave home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7832" y="1170432"/>
            <a:ext cx="269748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227832" y="1170432"/>
            <a:ext cx="269748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319272" y="1170432"/>
            <a:ext cx="2514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 SMS / Email Alerts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37560" y="1700784"/>
            <a:ext cx="246888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automatic notifications when vehicle enters, exits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35624" y="1170432"/>
            <a:ext cx="269748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6135624" y="1170432"/>
            <a:ext cx="269748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227064" y="1170432"/>
            <a:ext cx="2514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Smarter Detection Model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45352" y="1700784"/>
            <a:ext cx="246888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more powerful AI model to handle partial plates, dirty plates, odd angles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2907792"/>
            <a:ext cx="269748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320040" y="2907792"/>
            <a:ext cx="269748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11480" y="2907792"/>
            <a:ext cx="2514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Admin Dashboard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29768" y="3438144"/>
            <a:ext cx="246888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showing occupancy, revenue, and entry/exit history for managers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27832" y="2907792"/>
            <a:ext cx="269748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3227832" y="2907792"/>
            <a:ext cx="269748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319272" y="2907792"/>
            <a:ext cx="2514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  Auto Payment on Exit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37560" y="3438144"/>
            <a:ext cx="246888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charge for overtime or additional hours when the vehicle exits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35624" y="2907792"/>
            <a:ext cx="269748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6135624" y="2907792"/>
            <a:ext cx="269748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6227064" y="2907792"/>
            <a:ext cx="2514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Multi-Camera Support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45352" y="3438144"/>
            <a:ext cx="246888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cameras for multiple entry/exit lanes to scale to larger parking lots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982</Words>
  <Application>Microsoft Office PowerPoint</Application>
  <PresentationFormat>On-screen Show (16:9)</PresentationFormat>
  <Paragraphs>196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ANPR Parking Management System - First Review</dc:title>
  <dc:subject>PptxGenJS Presentation</dc:subject>
  <dc:creator>PptxGenJS</dc:creator>
  <cp:lastModifiedBy>ABHINAVE P B</cp:lastModifiedBy>
  <cp:revision>6</cp:revision>
  <dcterms:created xsi:type="dcterms:W3CDTF">2026-02-23T14:00:35Z</dcterms:created>
  <dcterms:modified xsi:type="dcterms:W3CDTF">2026-02-25T03:25:06Z</dcterms:modified>
</cp:coreProperties>
</file>